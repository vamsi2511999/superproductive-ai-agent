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5" r:id="rId6"/>
    <p:sldId id="267" r:id="rId7"/>
    <p:sldId id="268" r:id="rId8"/>
    <p:sldId id="260" r:id="rId9"/>
    <p:sldId id="261" r:id="rId10"/>
    <p:sldId id="262" r:id="rId11"/>
    <p:sldId id="266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02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90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200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87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7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69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7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70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345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3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4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73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1" y="2138289"/>
            <a:ext cx="7649074" cy="2100337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dirty="0" err="1"/>
              <a:t>Superproductive</a:t>
            </a:r>
            <a:r>
              <a:rPr dirty="0"/>
              <a:t> 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    </a:t>
            </a:r>
            <a:r>
              <a:rPr dirty="0"/>
              <a:t>AI </a:t>
            </a:r>
            <a:r>
              <a:rPr lang="en-US" dirty="0"/>
              <a:t> </a:t>
            </a:r>
            <a:r>
              <a:rPr dirty="0"/>
              <a:t>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7997" y="4093699"/>
            <a:ext cx="6101098" cy="1206938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DCDCDC"/>
                </a:solidFill>
              </a:defRPr>
            </a:pPr>
            <a:endParaRPr lang="en-US"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IIT Jodhpur — Software Engineering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520F1-76C4-2285-85E1-B9139A3A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080" y="104189"/>
            <a:ext cx="1736628" cy="1915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Aggregate tasks from Outlook, Teams, Loop</a:t>
            </a:r>
          </a:p>
          <a:p>
            <a:r>
              <a:rPr dirty="0"/>
              <a:t> AI-based prioritization</a:t>
            </a:r>
          </a:p>
          <a:p>
            <a:r>
              <a:rPr dirty="0"/>
              <a:t> Natural-language task queries</a:t>
            </a:r>
          </a:p>
          <a:p>
            <a:r>
              <a:rPr dirty="0"/>
              <a:t> Improve productivity with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3-Tier Layered Architecture</a:t>
            </a:r>
          </a:p>
          <a:p>
            <a:r>
              <a:rPr dirty="0"/>
              <a:t> React Frontend + </a:t>
            </a:r>
            <a:r>
              <a:rPr dirty="0" err="1"/>
              <a:t>FastAPI</a:t>
            </a:r>
            <a:r>
              <a:rPr dirty="0"/>
              <a:t> Backend</a:t>
            </a:r>
          </a:p>
          <a:p>
            <a:r>
              <a:rPr dirty="0"/>
              <a:t> JSON → PostgreSQL-ready Data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Multi-source task extraction</a:t>
            </a:r>
          </a:p>
          <a:p>
            <a:r>
              <a:rPr dirty="0"/>
              <a:t> AI-powered prioritization</a:t>
            </a:r>
          </a:p>
          <a:p>
            <a:r>
              <a:rPr dirty="0"/>
              <a:t> Chat-based task understanding</a:t>
            </a:r>
          </a:p>
          <a:p>
            <a:r>
              <a:rPr dirty="0"/>
              <a:t> Task insights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Extract → Prioritize → Filter → Chat → Insights</a:t>
            </a:r>
          </a:p>
          <a:p>
            <a:r>
              <a:rPr lang="en-IN" dirty="0"/>
              <a:t> JSON-based storage (POC) → DB ready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4341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8D92BA-BBD7-EBE8-40C5-454F59160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4367" y="182880"/>
            <a:ext cx="4350327" cy="6525492"/>
          </a:xfr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25264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59ACBA-73B5-B707-33EB-AB1A02ADF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4221" y="191514"/>
            <a:ext cx="4487593" cy="6731391"/>
          </a:xfr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6999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Attributes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Scalability: Stateless backend, horizontal scaling</a:t>
            </a:r>
          </a:p>
          <a:p>
            <a:r>
              <a:rPr dirty="0"/>
              <a:t> Maintainability: SOLID, modular, clean code</a:t>
            </a:r>
          </a:p>
          <a:p>
            <a:r>
              <a:rPr dirty="0"/>
              <a:t> Reliability: Graceful fallback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Frontend: React + </a:t>
            </a:r>
            <a:r>
              <a:rPr dirty="0" err="1"/>
              <a:t>TailwindCSS</a:t>
            </a:r>
            <a:endParaRPr dirty="0"/>
          </a:p>
          <a:p>
            <a:r>
              <a:rPr dirty="0"/>
              <a:t> Backend: </a:t>
            </a:r>
            <a:r>
              <a:rPr dirty="0" err="1"/>
              <a:t>FastAPI</a:t>
            </a:r>
            <a:endParaRPr dirty="0"/>
          </a:p>
          <a:p>
            <a:r>
              <a:rPr dirty="0"/>
              <a:t> AI: Hugging Face Offline Models</a:t>
            </a:r>
          </a:p>
          <a:p>
            <a:r>
              <a:rPr dirty="0"/>
              <a:t> Storage: JSON (POC), scalable to SQL/NoSQL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Can be Scaled to enterprise level app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Integration with productivity apps for live data and scalable database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 migrate to Microservices based architecture for vertical scaling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Implement Real time feedback and notification to automate task.</a:t>
            </a:r>
            <a:r>
              <a:rPr lang="en-IN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of working App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5B0EDE-1803-0B7F-49C8-27EBBB716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990" y="1600200"/>
            <a:ext cx="8459148" cy="4913142"/>
          </a:xfr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2838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Superproductive AI Agent is scalable, reliable, and production-ready</a:t>
            </a:r>
          </a:p>
          <a:p>
            <a:r>
              <a:t>POC demonstrates clean engineering, modularity, and intelligent automation.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</TotalTime>
  <Words>219</Words>
  <Application>Microsoft Office PowerPoint</Application>
  <PresentationFormat>On-screen Show (4:3)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     Superproductive             AI  Agent</vt:lpstr>
      <vt:lpstr>Purpose of the App</vt:lpstr>
      <vt:lpstr>System Architecture</vt:lpstr>
      <vt:lpstr>Key Features</vt:lpstr>
      <vt:lpstr>Data flow</vt:lpstr>
      <vt:lpstr>PowerPoint Presentation</vt:lpstr>
      <vt:lpstr>PowerPoint Presentation</vt:lpstr>
      <vt:lpstr>Quality Attributes Achieved</vt:lpstr>
      <vt:lpstr>Tech Stack</vt:lpstr>
      <vt:lpstr>Future Enhancements</vt:lpstr>
      <vt:lpstr>UI of working App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Superproductive AI Agent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2025-11-16T16:49:37Z</dcterms:modified>
  <cp:category/>
</cp:coreProperties>
</file>